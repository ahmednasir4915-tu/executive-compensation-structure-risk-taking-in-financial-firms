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ILMENAU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Executive Compensation Structure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Affect Risk-Taking in Financial Firms?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Before and After the 2008 Financial Crisis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4160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Ahmed Nasir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4988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&amp; Objectives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structure of executive compensation affect the amount of risk that executives take in financial firms?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theoretical foundation explaining why executive compensation structure matters for risk-taking, using agency theory and moral hazard concepts.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existing research to understand how different payment methods affect executive risk-taking in financial firms.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policy recommendations for designing executive compensation structures that reduce excessive risk-taking.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Jensen, M.C. &amp; Meckling, W.H. (1976). Theory of the Firm. Journal of Financial Economics, 3(4), 305-360.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Matter?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 executives make big decisions every day about money and risk. These decisions affect millions of people.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7439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01824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Want to Know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2401824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way we pay executives change how much risk they take?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56920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96640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Important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3596640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executives take too much risk, financial firms can fail. When financial firms fail, the whole economy can suffer (like in 2008).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Dam, L. &amp; Koetter, M. (2012). Bank Bailouts and Moral Hazard. Review of Financial Studies, 25(8), 2343-2380.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/ Shareholder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money in the financial firm. Wants steady profits and safety.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/ CEO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financial firm. Wants to earn more money for himself.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manager want different things. The owner cannot watch the manager every day. The manager might take too many risks to earn more money.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Moral Hazard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takes risks that another person pays for.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Jensen, M.C. &amp; Meckling, W.H. (1976). Theory of the Firm. Journal of Financial Economics, 3(4), 305-360.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Agency Cost?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Monitoring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must check what the manager is doing.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Bonding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must promise to behave correctly.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Residual Loss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makes decisions the owner dislikes.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Reduce These Costs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manager based on results and make the manager own company stock. If the financial firm does well, the manager does well; if it does poorly, the manager loses money.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Jensen, M.C. &amp; Meckling, W.H. (1976). Theory of the Firm. Journal of Financial Economics, 3(4), 305-360.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Risk-Shifting?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firm is in trouble. It has little shareholder money left and large borrowed money it must repay.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Manager Does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very risky bet. If it works, shareholders get rich. If it fails, borrowed money is lost.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works: shareholders and creditors win. If it fails: creditors lose money, but shareholders lose nothing (they already had little).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Happens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gets paid from shareholder profits and cares only about shareholder outcomes. Risk falls on lenders, not on him.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Jensen, M.C. &amp; Meckling, W.H. (1976). Theory of the Firm. Journal of Financial Economics, 3(4), 305-360.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Crisis Case — Germany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Evidence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studied German financial firms that failed and needed government rescue in 2008-2010.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Found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that received government bailouts had taken too much risk before the crisis.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Too Much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 managers expected the government would rescue them if things went very bad (the firm was “too big to fail”).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Moral Hazard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takes risks he would not take if he had to pay for failures himself.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Dam, L. &amp; Koetter, M. (2012). Bank Bailouts and Moral Hazard. Review of Financial Studies, 25(8), 2343-2380.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Before 2008?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Belief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Economists believed that if managers were paid based on stock price, they would take good risks and avoid bad ones.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7439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01824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2401824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manager owns stock, he loses money if the firm does poorly — so he will be careful. This seemed like a good solution.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56920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96640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Methods Used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3596640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fixed yearly pay (no risk incentive)</a:t>
            </a:r>
            <a:endParaRPr lang="en-US" sz="1250" dirty="0"/>
          </a:p>
          <a:p>
            <a:pPr algn="l"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extra money if the firm makes high profits that year</a:t>
            </a:r>
            <a:endParaRPr lang="en-US" sz="1250" dirty="0"/>
          </a:p>
          <a:p>
            <a:pPr algn="l"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Options: right to buy company stock at a set price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Coles, J.L., Daniel, N.D. &amp; Naveen, L. (2006). Managerial Incentives and Risk Taking. Journal of Financial Economics, 79(2), 431-468.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Options — The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Stock Option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right to buy company stock at a fixed price (say $50). If the stock goes to $100, the manager makes $50 profit; if it stays at $50, the option is worth $0.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value goes up when the stock becomes more risky. Uncertain stock has more valuable options, even if the average outcome is the same.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Bad for Financial Firms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are encouraged to take bigger risks. In financial firms, this means riskier loans and riskier investments.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(Pre-2008)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that paid managers with more stock options took bigger risks with mortgages and loans.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Coles, J.L., Daniel, N.D. &amp; Naveen, L. (2006). Managerial Incentives and Risk Taking. Journal of Financial Economics, 79(2), 431-468.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2008 Crisis — What Happened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Surprise Finding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found something unexpected during the 2008 crisis.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Expected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where managers had more stock ownership would do better (they had “skin in the game”).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where managers had more stock-based pay did worse during the crisis.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Finding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options did not protect the financial firm — they encouraged managers to take risks that later caused huge losses.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Fahlenbrach, R. &amp; Stulz, R.M. (2011). Bank CEO Incentives and the Credit Crisis. Journal of Financial Economics, 99(1), 11-26.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Bonuses — The Short-Term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Bonuses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gets extra money if the firm makes high profits this year.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Creates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wants high profits this year to get the bonus now, so he may make risky loans, invest in risky projects, or hide problems.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appear later, but the manager has already received his bonus.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 (2008)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pushed risky mortgage loans to boost short-term profits and received large bonuses. When the financial firm lost money, executives kept the bonuses.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Bebchuk, L.A., Cohen, A. &amp; Spamann, H. (2010). The Wages of Failure. SSRN Electronic Journal.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— The Forgotten Part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Salary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yearly pay — the same amount no matter what happens.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does not encourage excessive risk-taking; the manager gets paid whether profits are high or low.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Before 2008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used very little salary and very much bonus and stock options, so executives needed big bonuses to earn much money.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From Research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that paid more in salary and less in risky bonus pay took fewer excessive risks.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Conyon, M.J. (2016). Executive Compensation and Corporate Governance. Brookings Institution.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Clawback Provisions — Fixing Bonuses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Clawback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that says: if the financial firm later finds out profits were overstated, the manager must return his bonus.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2006: manager gets a $5 million bonus. 2008: the firm finds out those profits did not really exist. Rule: the manager must return the $5 million bonus.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Did This Start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2008 crisis, new laws required this for large financial firms.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and no — it makes managers more careful about reporting profits, but it does not prevent the original bad decision.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U.S. Securities and Exchange Commission. (2015). Executive Compensation Clawback Provisions.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Stock — The Better Alternative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Restricted Stock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gets shares of company stock but cannot sell them for several years (3-5 years); after that, he owns the stock.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From Stock Options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options, a falling stock price makes the option worth $0. With restricted stock, the manager still owns the stock even if the price falls.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Better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does not need the stock to go up a lot — just to stay stable. A long waiting period means the manager cares about long-term health, not quick profits.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that use more restricted stock and fewer stock options take fewer excessive risks.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DeYoung, R., Palia, D. &amp; Stiroh, K.J. (2013). Executive Incentives and Systemic Risk. Federal Reserve Bank of New York Staff Reports, No. 615.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Vega and Delta — Measuring Risk Incentives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(Pay-Performance Sensitivity)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manager's wealth change when the stock price changes 1%? A high delta means the manager cares a lot about stock price.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7439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01824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Vega (Pay-Risk Sensitivity)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2401824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manager's wealth change when the stock becomes more risky? Does the manager get rewarded when the company takes more risk?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56920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96640"/>
            <a:ext cx="214884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Research Found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3596640"/>
            <a:ext cx="576072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2008, high vega (rewarded for risk) was common in financial firms. During 2008, financial firms with high vega took too much risk and had bigger losses.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Gande, A. &amp; Kalpathy, S. (2017). CEO Compensation and Risk-Taking at Financial Firms. Journal of Corporate Finance, 47, 131-150.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Payment Methods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75688"/>
                <a:gridCol w="2075688"/>
                <a:gridCol w="2066544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Payment Method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Before 2008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During Crisis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After 2008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(Fixed Pay)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much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have helped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7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(Annual)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crisis worse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7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Added clawbacks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Options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 to be 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— too much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Mostly replaced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 Stock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than options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7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Now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Fahlenbrach, R. &amp; Stulz, R.M. (2011). Bank CEO Incentives and the Credit Crisis. Journal of Financial Economics, 99(1), 11-26.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Should We Pay Executives?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Higher Base Salary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living expenses so the manager does not desperately need big bonuses.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896466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3898"/>
            <a:ext cx="214884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Bonus Deferred &amp; in Stock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923898"/>
            <a:ext cx="57607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paid out over 4 years in company stock, not cash.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13355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40787"/>
            <a:ext cx="214884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Clawback Provisions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2640787"/>
            <a:ext cx="57607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profits were overstated, the manager returns the bonus when misconduct is found.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30245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57677"/>
            <a:ext cx="214884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Long-Term Incentives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3357677"/>
            <a:ext cx="57607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stock vests over 5 years; performance-based stock only vests if the firm meets targets.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47134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74566"/>
            <a:ext cx="214884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Risk-Adjusted 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4074566"/>
            <a:ext cx="57607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depends not only on profits but also on the level of risk taken.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U.S. Federal Reserve. (2011). Guidance on Sound Incentive Compensation Policies.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Limitations?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Hard to Isolate Effect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financial firm takes risks, is it because of the pay structure or because the firm is in a risky business? Research cannot always separate these.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Measurement Problems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risk with formulas that might miss real risks — the 2008 crisis had risks that nobody measured.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Gaming the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clawbacks, managers find new ways to take risks; risk can move to other parts of the firm.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Limited Evidence Outside U.S.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is on American financial firms. European and German financial firms might work differently — more international research is needed.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Dam, L. &amp; Koetter, M. (2012). Bank Bailouts and Moral Hazard. Review of Financial Studies, 25(8), 2343-2380.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 &amp; RISK-TAKING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01000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Finding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2070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we pay financial firm executives does affect how much risk they take.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2008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0312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said: pay executives based on stock price. Reality: this encouraged too much risk-taking.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2008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approach: higher salary, deferred restricted stock, and clawbacks. Partial success — some risky behavior reduced, but not eliminated.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138160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Lesson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89534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B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financial firm with borrowed money, simple incentive pay does not work as it should. Compensation structure alone cannot prevent financial crises.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Dam, L. &amp; Koetter, M. (2012); Fahlenbrach, R. &amp; Stulz, R.M. (2011). Journal of Financial Economics.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Executive Compensation Structure Affect Risk-Taking in Financial Firms?</dc:title>
  <dc:subject>PptxGenJS Presentation</dc:subject>
  <dc:creator>Muhammad Ahmed Nasir</dc:creator>
  <cp:lastModifiedBy>Muhammad Ahmed Nasir</cp:lastModifiedBy>
  <cp:revision>1</cp:revision>
  <dcterms:created xsi:type="dcterms:W3CDTF">2026-06-24T03:58:03Z</dcterms:created>
  <dcterms:modified xsi:type="dcterms:W3CDTF">2026-06-24T03:58:03Z</dcterms:modified>
</cp:coreProperties>
</file>